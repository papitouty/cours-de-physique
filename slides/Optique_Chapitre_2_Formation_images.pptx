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Optique géométrique • Chapitre 2 — Formation des images et systèmes plans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Optique géométrique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2194560" cy="2103120"/>
          </a:xfrm>
          <a:prstGeom prst="triangl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E6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74320" y="3063240"/>
            <a:ext cx="1783080" cy="457200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057400" y="3017520"/>
            <a:ext cx="1005840" cy="45720"/>
          </a:xfrm>
          <a:prstGeom prst="line">
            <a:avLst/>
          </a:prstGeom>
          <a:noFill/>
          <a:ln w="27940">
            <a:solidFill>
              <a:srgbClr val="D953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017520"/>
            <a:ext cx="1143000" cy="457200"/>
          </a:xfrm>
          <a:prstGeom prst="line">
            <a:avLst/>
          </a:prstGeom>
          <a:noFill/>
          <a:ln w="27940">
            <a:solidFill>
              <a:srgbClr val="D953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3063240"/>
            <a:ext cx="1005840" cy="9144"/>
          </a:xfrm>
          <a:prstGeom prst="line">
            <a:avLst/>
          </a:prstGeom>
          <a:noFill/>
          <a:ln w="27940">
            <a:solidFill>
              <a:srgbClr val="D98E0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3072384"/>
            <a:ext cx="1143000" cy="713232"/>
          </a:xfrm>
          <a:prstGeom prst="line">
            <a:avLst/>
          </a:prstGeom>
          <a:noFill/>
          <a:ln w="2794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3063240"/>
            <a:ext cx="1005840" cy="64008"/>
          </a:xfrm>
          <a:prstGeom prst="line">
            <a:avLst/>
          </a:prstGeom>
          <a:noFill/>
          <a:ln w="27940">
            <a:solidFill>
              <a:srgbClr val="E8D4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3127248"/>
            <a:ext cx="1143000" cy="950976"/>
          </a:xfrm>
          <a:prstGeom prst="line">
            <a:avLst/>
          </a:prstGeom>
          <a:noFill/>
          <a:ln w="27940">
            <a:solidFill>
              <a:srgbClr val="E8D4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3063240"/>
            <a:ext cx="1005840" cy="118872"/>
          </a:xfrm>
          <a:prstGeom prst="line">
            <a:avLst/>
          </a:prstGeom>
          <a:noFill/>
          <a:ln w="2794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3182112"/>
            <a:ext cx="1143000" cy="1188720"/>
          </a:xfrm>
          <a:prstGeom prst="line">
            <a:avLst/>
          </a:prstGeom>
          <a:noFill/>
          <a:ln w="27940">
            <a:solidFill>
              <a:srgbClr val="4CAF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3063240"/>
            <a:ext cx="1005840" cy="173736"/>
          </a:xfrm>
          <a:prstGeom prst="line">
            <a:avLst/>
          </a:prstGeom>
          <a:noFill/>
          <a:ln w="27940">
            <a:solidFill>
              <a:srgbClr val="4FB3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3236976"/>
            <a:ext cx="1143000" cy="1426464"/>
          </a:xfrm>
          <a:prstGeom prst="line">
            <a:avLst/>
          </a:prstGeom>
          <a:noFill/>
          <a:ln w="27940">
            <a:solidFill>
              <a:srgbClr val="4FB3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3063240"/>
            <a:ext cx="1005840" cy="228600"/>
          </a:xfrm>
          <a:prstGeom prst="line">
            <a:avLst/>
          </a:prstGeom>
          <a:noFill/>
          <a:ln w="27940">
            <a:solidFill>
              <a:srgbClr val="7B6C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3240" y="3291840"/>
            <a:ext cx="1143000" cy="1682496"/>
          </a:xfrm>
          <a:prstGeom prst="line">
            <a:avLst/>
          </a:prstGeom>
          <a:noFill/>
          <a:ln w="27940">
            <a:solidFill>
              <a:srgbClr val="7B6C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33832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03920" y="37947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03920" y="420624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03920" y="461772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03920" y="502920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03920" y="54406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03920" y="58521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2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images et systèmes plans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Figures • Synthèse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images et systèmes plans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objet et image, réels ou virtuels ; stigmatisme et aplanétisme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Énoncer les conditions de Gauss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foyers, distances focales, vergence et grandissements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l'image donnée par un miroir plan ; établir sa relation de conjugaison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Établir la relation de conjugaison approchée du dioptre plan ; calculer une profondeur apparente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 : lois de Snell-Descartes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Mesures algébriques sur un axe orienté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Approximations sin x ≈ tan x ≈ 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Triangles semblables, Thalès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Systèmes optiques, objets et images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Stigmatisme et aplanétisme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conditions de Gauss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Foyers, vergence et grandissements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764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plan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plan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Systèmes optiques, objets et images</a:t>
            </a:r>
            <a:endParaRPr lang="en-US" sz="2600" dirty="0"/>
          </a:p>
        </p:txBody>
      </p:sp>
      <p:pic>
        <p:nvPicPr>
          <p:cNvPr id="5" name="Image 0" descr="2.1 Systèmes optiques, objets et im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Systèmes optiques, objets et images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 Systèmes optiques, objets et im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Systèmes optiques, objets et images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 Systèmes optiques, objets et im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Stigmatisme et aplanétisme</a:t>
            </a:r>
            <a:endParaRPr lang="en-US" sz="2600" dirty="0"/>
          </a:p>
        </p:txBody>
      </p:sp>
      <p:pic>
        <p:nvPicPr>
          <p:cNvPr id="5" name="Image 0" descr="2.2 Stigmatisme et aplanétis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Stigmatisme et aplanétisme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Stigmatisme et aplanétis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Stigmatisme et aplanétisme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Stigmatisme et aplanétis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conditions de Gauss</a:t>
            </a:r>
            <a:endParaRPr lang="en-US" sz="2600" dirty="0"/>
          </a:p>
        </p:txBody>
      </p:sp>
      <p:pic>
        <p:nvPicPr>
          <p:cNvPr id="5" name="Image 0" descr="2.3 Les conditions de Gau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Foyers, vergence et grandissements</a:t>
            </a:r>
            <a:endParaRPr lang="en-US" sz="2600" dirty="0"/>
          </a:p>
        </p:txBody>
      </p:sp>
      <p:pic>
        <p:nvPicPr>
          <p:cNvPr id="5" name="Image 0" descr="2.4 Foyers, vergence et grandisse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Foyers, vergence et grandissements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4 Foyers, vergence et grandisse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Foyers, vergence et grandissements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4 Foyers, vergence et grandisse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Foyers, vergence et grandissements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4 Foyers, vergence et grandisse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plan</a:t>
            </a:r>
            <a:endParaRPr lang="en-US" sz="2600" dirty="0"/>
          </a:p>
        </p:txBody>
      </p:sp>
      <p:pic>
        <p:nvPicPr>
          <p:cNvPr id="5" name="Image 0" descr="2.5 Le miroir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plan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Le miroir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plan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Le miroir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plan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Le miroir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plan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Le miroir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plan</a:t>
            </a:r>
            <a:endParaRPr lang="en-US" sz="2600" dirty="0"/>
          </a:p>
        </p:txBody>
      </p:sp>
      <p:pic>
        <p:nvPicPr>
          <p:cNvPr id="5" name="Image 0" descr="2.6 Le dioptre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plan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Le dioptre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plan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Le dioptre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plan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Le dioptre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plan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Le dioptre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2.7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3832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03920" y="37947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03920" y="420624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03920" y="461772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03920" y="502920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03920" y="54406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503920" y="58521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images et systèmes plans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23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chapitre : Prisme et lame à faces parallèles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Optique géométrique — Chapitre 2 : Formation des images et systèmes plans</dc:title>
  <dc:subject>PptxGenJS Presentation</dc:subject>
  <dc:creator>Dr Papa Touty Traoré</dc:creator>
  <cp:lastModifiedBy>Dr Papa Touty Traoré</cp:lastModifiedBy>
  <cp:revision>1</cp:revision>
  <dcterms:created xsi:type="dcterms:W3CDTF">2026-10-16T18:38:44Z</dcterms:created>
  <dcterms:modified xsi:type="dcterms:W3CDTF">2026-10-16T18:38:44Z</dcterms:modified>
</cp:coreProperties>
</file>