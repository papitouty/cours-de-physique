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9"/>
    <p:sldId id="279" r:id="rId30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• Chapitre 1 — Généralités sur l'électrostatique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Électricité : électrostatique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3246120"/>
            <a:ext cx="2011680" cy="914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64208" y="3246120"/>
            <a:ext cx="667512" cy="914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2423160" y="3246120"/>
            <a:ext cx="667512" cy="914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97280" y="297180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108960" y="2971800"/>
            <a:ext cx="548640" cy="548640"/>
          </a:xfrm>
          <a:prstGeom prst="ellipse">
            <a:avLst/>
          </a:prstGeom>
          <a:solidFill>
            <a:srgbClr val="4FB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−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3DE"/>
                </a:solidFill>
              </a:rPr>
              <a:t>F = K |q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C9D3DE"/>
                </a:solidFill>
              </a:rPr>
              <a:t>A</a:t>
            </a:r>
            <a:pPr algn="ctr" indent="0" marL="0">
              <a:buNone/>
            </a:pPr>
            <a:r>
              <a:rPr lang="en-US" sz="1600" i="1" dirty="0">
                <a:solidFill>
                  <a:srgbClr val="C9D3DE"/>
                </a:solidFill>
              </a:rPr>
              <a:t> q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C9D3DE"/>
                </a:solidFill>
              </a:rPr>
              <a:t>B</a:t>
            </a:r>
            <a:pPr algn="ctr" indent="0" marL="0">
              <a:buNone/>
            </a:pPr>
            <a:r>
              <a:rPr lang="en-US" sz="1600" i="1" dirty="0">
                <a:solidFill>
                  <a:srgbClr val="C9D3DE"/>
                </a:solidFill>
              </a:rPr>
              <a:t>| / r²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l'électrostatique</a:t>
            </a:r>
            <a:endParaRPr lang="en-US" sz="40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l'électrostatique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l'origine de la charge électrique ; utiliser sa quantification et sa conservation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les modes d'électrisation ; distinguer conducteurs et isolants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et utiliser les densités de charge ρ, σ, λ ; calculer une charge totale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la loi de Coulomb (forme scalaire et vectorielle) et le principe de superposition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l'atome : noyau, électrons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 : somme, projections, vecteur unitaire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Intégrales simples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endParaRPr lang="en-US" sz="2600" dirty="0"/>
          </a:p>
        </p:txBody>
      </p:sp>
      <p:pic>
        <p:nvPicPr>
          <p:cNvPr id="5" name="Image 0" descr="1.1 La charge élec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La charge élec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charge électrique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La charge élec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Électrisation de la matière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Électrisation de la mat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endParaRPr lang="en-US" sz="2600" dirty="0"/>
          </a:p>
        </p:txBody>
      </p:sp>
      <p:pic>
        <p:nvPicPr>
          <p:cNvPr id="5" name="Image 0" descr="1.3 Distributions de 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Distributions de 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de charges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Distributions de 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électrostatique : loi de Coulomb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Force électrostatique : loi de Coulom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5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l'électrostatique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Champ et potentiel électrostatiques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Coulomb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  <p:pic>
        <p:nvPicPr>
          <p:cNvPr id="26" name="sim_coulom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de superposition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  <p:pic>
        <p:nvPicPr>
          <p:cNvPr id="26" name="sim_superposi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— Chapitre 1 : Généralités sur l'électrostatique</dc:title>
  <dc:subject>PptxGenJS Presentation</dc:subject>
  <dc:creator>Dr Papa Touty Traoré</dc:creator>
  <cp:lastModifiedBy>Dr Papa Touty Traoré</cp:lastModifiedBy>
  <cp:revision>1</cp:revision>
  <dcterms:created xsi:type="dcterms:W3CDTF">2026-10-14T22:33:03Z</dcterms:created>
  <dcterms:modified xsi:type="dcterms:W3CDTF">2026-10-14T22:33:03Z</dcterms:modified>
</cp:coreProperties>
</file>