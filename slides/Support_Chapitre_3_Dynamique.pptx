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3 — Dynamique du point matériel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référentiel, repère et système de coordonnées ; reconnaître un référentiel galiléen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appliquer les trois lois de Newton ; conservation de la quantité de mouvement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Exprimer les forces usuelles : gravitation, poids, Coulomb, ressort, frottements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 moment cinétique et les forces centrales ; mettre un mouvement en équation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produits scalaire et vectoriel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vitesse, accélération, Frenet, polaires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Dérivées, primitives, exponentielle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37637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37637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52897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5609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5609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52897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71354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774551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774551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71354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89811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930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930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89811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08269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211465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211465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08269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26726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92992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92992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826726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545183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5648379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648379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545183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1234440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1337637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1337637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1234440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1952897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05609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205609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1952897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2671354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2774551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2774551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2671354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3389811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34930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34930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89811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4108269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4211465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4211465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108269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17920" y="4826726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492992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27648" y="492992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826726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11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1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3.12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2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3 : Dynamique du point matériel</dc:title>
  <dc:subject>PptxGenJS Presentation</dc:subject>
  <dc:creator>Dr Papa Touty Traoré</dc:creator>
  <cp:lastModifiedBy>Dr Papa Touty Traoré</cp:lastModifiedBy>
  <cp:revision>1</cp:revision>
  <dcterms:created xsi:type="dcterms:W3CDTF">2026-10-10T14:05:54Z</dcterms:created>
  <dcterms:modified xsi:type="dcterms:W3CDTF">2026-10-10T14:05:54Z</dcterms:modified>
</cp:coreProperties>
</file>