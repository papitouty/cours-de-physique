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3 — Prisme et lame à faces parallèles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Prisme et lame à faces parallèles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Prisme et lame à faces parallèles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les quatre formules du prisme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Discuter les conditions d'émergence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Démontrer le minimum de déviation et mesurer un indice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Expliquer la dispersion par un prisme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le déplacement d'un rayon et d'une image par une lame à faces parallèles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lois de Snell-Descartes, réflexion totale, dispersion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 : stigmatisme, conditions de Gauss, dioptre plan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Trigonométrie, dérivation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prisme : définitions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formules du prisme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d'émergence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 par un prisme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prisme : définitions</a:t>
            </a:r>
            <a:endParaRPr lang="en-US" sz="2600" dirty="0"/>
          </a:p>
        </p:txBody>
      </p:sp>
      <p:pic>
        <p:nvPicPr>
          <p:cNvPr id="5" name="Image 0" descr="3.1 Le prisme :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prisme : définitions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Le prisme :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formules du prisme</a:t>
            </a:r>
            <a:endParaRPr lang="en-US" sz="2600" dirty="0"/>
          </a:p>
        </p:txBody>
      </p:sp>
      <p:pic>
        <p:nvPicPr>
          <p:cNvPr id="5" name="Image 0" descr="3.2 Les formules du pr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formules du prisme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Les formules du pr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d'émergence</a:t>
            </a:r>
            <a:endParaRPr lang="en-US" sz="2600" dirty="0"/>
          </a:p>
        </p:txBody>
      </p:sp>
      <p:pic>
        <p:nvPicPr>
          <p:cNvPr id="5" name="Image 0" descr="3.3 Conditions d'émerg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d'émergence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onditions d'émerg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endParaRPr lang="en-US" sz="2600" dirty="0"/>
          </a:p>
        </p:txBody>
      </p:sp>
      <p:pic>
        <p:nvPicPr>
          <p:cNvPr id="5" name="Image 0" descr="3.4 Variation de la déviation : minimum de dév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Variation de la déviation : minimum de dév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Variation de la déviation : minimum de dév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de la déviation : minimum de déviation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Variation de la déviation : minimum de dév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 par un prisme</a:t>
            </a:r>
            <a:endParaRPr lang="en-US" sz="2600" dirty="0"/>
          </a:p>
        </p:txBody>
      </p:sp>
      <p:pic>
        <p:nvPicPr>
          <p:cNvPr id="5" name="Image 0" descr="3.5 Dispersion de la lumière par un pr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 par un prisme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5 Dispersion de la lumière par un pris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lame à faces parallèles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La lame à faces parall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3.7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Prisme et lame à faces parallèles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Miroirs et dioptres sphériques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3 : Prisme et lame à faces parallèles</dc:title>
  <dc:subject>PptxGenJS Presentation</dc:subject>
  <dc:creator>Dr Papa Touty Traoré</dc:creator>
  <cp:lastModifiedBy>Dr Papa Touty Traoré</cp:lastModifiedBy>
  <cp:revision>1</cp:revision>
  <dcterms:created xsi:type="dcterms:W3CDTF">2026-10-16T18:44:45Z</dcterms:created>
  <dcterms:modified xsi:type="dcterms:W3CDTF">2026-10-16T18:44:45Z</dcterms:modified>
</cp:coreProperties>
</file>