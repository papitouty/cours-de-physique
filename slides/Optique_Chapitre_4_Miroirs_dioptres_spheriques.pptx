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Optique géométrique • Chapitre 4 — Miroirs et dioptres sphériques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Optique géométrique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194560" cy="2103120"/>
          </a:xfrm>
          <a:prstGeom prst="triangl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" y="3063240"/>
            <a:ext cx="1783080" cy="45720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57400" y="3017520"/>
            <a:ext cx="1005840" cy="4572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017520"/>
            <a:ext cx="1143000" cy="45720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063240"/>
            <a:ext cx="1005840" cy="9144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72384"/>
            <a:ext cx="1143000" cy="713232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063240"/>
            <a:ext cx="1005840" cy="64008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127248"/>
            <a:ext cx="1143000" cy="950976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3063240"/>
            <a:ext cx="1005840" cy="118872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182112"/>
            <a:ext cx="1143000" cy="1188720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063240"/>
            <a:ext cx="1005840" cy="173736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236976"/>
            <a:ext cx="1143000" cy="1426464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063240"/>
            <a:ext cx="1005840" cy="228600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291840"/>
            <a:ext cx="1143000" cy="1682496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Miroirs et dioptres sphériques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Miroirs et dioptres sphériques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miroirs et dioptres sphériques ; convergence et divergence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les relations de conjugaison (sommet, centre, foyers)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Déterminer foyers, distances focales et vergence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Calculer et interpréter le grandissement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l'image d'un objet dans tous les cas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Chapitres 1 et 2 : Snell-Descartes, conditions de Gauss, foyers, grandissements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algébriques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Approximations des petits angles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miroir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1 Le miroir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dioptre sphérique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4.2 Le dioptre sphér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4.3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Miroirs et dioptres sphériques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chapitre : Les lentilles minces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Optique géométrique — Chapitre 4 : Miroirs et dioptres sphériques</dc:title>
  <dc:subject>PptxGenJS Presentation</dc:subject>
  <dc:creator>Dr Papa Touty Traoré</dc:creator>
  <cp:lastModifiedBy>Dr Papa Touty Traoré</cp:lastModifiedBy>
  <cp:revision>1</cp:revision>
  <dcterms:created xsi:type="dcterms:W3CDTF">2026-10-16T18:51:17Z</dcterms:created>
  <dcterms:modified xsi:type="dcterms:W3CDTF">2026-10-16T18:51:17Z</dcterms:modified>
</cp:coreProperties>
</file>