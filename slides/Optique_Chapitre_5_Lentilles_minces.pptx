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Optique géométrique • Chapitre 5 — Les lentilles minces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Optique géométrique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2103120"/>
            <a:ext cx="2194560" cy="2103120"/>
          </a:xfrm>
          <a:prstGeom prst="triangl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E6EC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74320" y="3063240"/>
            <a:ext cx="1783080" cy="45720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057400" y="3017520"/>
            <a:ext cx="1005840" cy="4572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017520"/>
            <a:ext cx="1143000" cy="457200"/>
          </a:xfrm>
          <a:prstGeom prst="line">
            <a:avLst/>
          </a:prstGeom>
          <a:noFill/>
          <a:ln w="27940">
            <a:solidFill>
              <a:srgbClr val="D953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3063240"/>
            <a:ext cx="1005840" cy="9144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3072384"/>
            <a:ext cx="1143000" cy="713232"/>
          </a:xfrm>
          <a:prstGeom prst="line">
            <a:avLst/>
          </a:prstGeom>
          <a:noFill/>
          <a:ln w="2794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3063240"/>
            <a:ext cx="1005840" cy="64008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3127248"/>
            <a:ext cx="1143000" cy="950976"/>
          </a:xfrm>
          <a:prstGeom prst="line">
            <a:avLst/>
          </a:prstGeom>
          <a:noFill/>
          <a:ln w="27940">
            <a:solidFill>
              <a:srgbClr val="E8D4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3063240"/>
            <a:ext cx="1005840" cy="118872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63240" y="3182112"/>
            <a:ext cx="1143000" cy="1188720"/>
          </a:xfrm>
          <a:prstGeom prst="line">
            <a:avLst/>
          </a:prstGeom>
          <a:noFill/>
          <a:ln w="27940">
            <a:solidFill>
              <a:srgbClr val="4CAF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063240"/>
            <a:ext cx="1005840" cy="173736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3240" y="3236976"/>
            <a:ext cx="1143000" cy="1426464"/>
          </a:xfrm>
          <a:prstGeom prst="line">
            <a:avLst/>
          </a:prstGeom>
          <a:noFill/>
          <a:ln w="27940">
            <a:solidFill>
              <a:srgbClr val="4FB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3063240"/>
            <a:ext cx="1005840" cy="228600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3291840"/>
            <a:ext cx="1143000" cy="1682496"/>
          </a:xfrm>
          <a:prstGeom prst="line">
            <a:avLst/>
          </a:prstGeom>
          <a:noFill/>
          <a:ln w="27940">
            <a:solidFill>
              <a:srgbClr val="7B6C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5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lentilles minces</a:t>
            </a:r>
            <a:endParaRPr lang="en-US" sz="3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Figures • Synthèse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lentilles minces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Classer les lentilles ; définir centre optique, foyers, vergence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les relations de Descartes et de Newton ; le grandissement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l'image d'un objet par une lentille convergente ou divergente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Associer des lentilles accolées ou non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Connaître les aberrations chromatiques et géométriques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4 : dioptre sphérique, relations de conjugaison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 : conditions de Gauss, foyers, vergence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algébriques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les lentilles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7648" y="137160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27648" y="137160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234440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Associations de lentilles minces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020824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215798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7648" y="2157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020824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aberrations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2807208"/>
            <a:ext cx="5394960" cy="676656"/>
          </a:xfrm>
          <a:prstGeom prst="roundRect">
            <a:avLst>
              <a:gd name="adj" fmla="val 8108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9443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27648" y="29443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807208"/>
            <a:ext cx="4343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les lentilles</a:t>
            </a:r>
            <a:endParaRPr lang="en-US" sz="2600" dirty="0"/>
          </a:p>
        </p:txBody>
      </p:sp>
      <p:pic>
        <p:nvPicPr>
          <p:cNvPr id="5" name="Image 0" descr="5.1 Généralités sur les lenti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les lentilles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1 Généralités sur les lenti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Généralités sur les lentilles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1 Généralités sur les lentil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endParaRPr lang="en-US" sz="2600" dirty="0"/>
          </a:p>
        </p:txBody>
      </p:sp>
      <p:pic>
        <p:nvPicPr>
          <p:cNvPr id="5" name="Image 0" descr="5.2 Relations de conjug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2 Relations de conjug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2 Relations de conjug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 de conjugaison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2 Relations de conjugais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endParaRPr lang="en-US" sz="2600" dirty="0"/>
          </a:p>
        </p:txBody>
      </p:sp>
      <p:pic>
        <p:nvPicPr>
          <p:cNvPr id="5" name="Image 0" descr="5.3 Construction des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3 Construction des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3 Construction des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des images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3 Construction des im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Associations de lentilles minces</a:t>
            </a:r>
            <a:endParaRPr lang="en-US" sz="2600" dirty="0"/>
          </a:p>
        </p:txBody>
      </p:sp>
      <p:pic>
        <p:nvPicPr>
          <p:cNvPr id="5" name="Image 0" descr="5.4 Associations de lentilles mi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Associations de lentilles minces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4 Associations de lentilles mi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Associations de lentilles minces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4 Associations de lentilles mi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aberrations</a:t>
            </a:r>
            <a:endParaRPr lang="en-US" sz="2600" dirty="0"/>
          </a:p>
        </p:txBody>
      </p:sp>
      <p:pic>
        <p:nvPicPr>
          <p:cNvPr id="5" name="Image 0" descr="5.5 Les aber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aberrations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5 Les aber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aberrations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5.5 Les aberr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5.6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3832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03920" y="37947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03920" y="420624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03920" y="461772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03920" y="502920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03920" y="544068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03920" y="5852160"/>
            <a:ext cx="3291840" cy="457200"/>
          </a:xfrm>
          <a:prstGeom prst="line">
            <a:avLst/>
          </a:prstGeom>
          <a:noFill/>
          <a:ln w="15240">
            <a:solidFill>
              <a:srgbClr val="1F7A8C">
                <a:alpha val="30000"/>
              </a:srgbClr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5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lentilles minces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cours d'optique géométrique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Optique géométrique — Chapitre 5 : Les lentilles minces</dc:title>
  <dc:subject>PptxGenJS Presentation</dc:subject>
  <dc:creator>Dr Papa Touty Traoré</dc:creator>
  <cp:lastModifiedBy>Dr Papa Touty Traoré</cp:lastModifiedBy>
  <cp:revision>1</cp:revision>
  <dcterms:created xsi:type="dcterms:W3CDTF">2026-10-16T18:56:36Z</dcterms:created>
  <dcterms:modified xsi:type="dcterms:W3CDTF">2026-10-16T18:56:36Z</dcterms:modified>
</cp:coreProperties>
</file>