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6" r:id="rId3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5" r:id="rId36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• Chapitre 2 — Champ et potentiel électrostatiques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Électricité : électrostatique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65960" y="2834640"/>
            <a:ext cx="822960" cy="822960"/>
          </a:xfrm>
          <a:prstGeom prst="ellipse">
            <a:avLst/>
          </a:prstGeom>
          <a:ln w="13970">
            <a:solidFill>
              <a:srgbClr val="7FB8C4">
                <a:alpha val="85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91640" y="2560320"/>
            <a:ext cx="1371600" cy="1371600"/>
          </a:xfrm>
          <a:prstGeom prst="ellipse">
            <a:avLst/>
          </a:prstGeom>
          <a:ln w="13970">
            <a:solidFill>
              <a:srgbClr val="7FB8C4">
                <a:alpha val="65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17320" y="2286000"/>
            <a:ext cx="1920240" cy="1920240"/>
          </a:xfrm>
          <a:prstGeom prst="ellipse">
            <a:avLst/>
          </a:prstGeom>
          <a:ln w="13970">
            <a:solidFill>
              <a:srgbClr val="7FB8C4">
                <a:alpha val="45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743200" y="3246120"/>
            <a:ext cx="960120" cy="914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2636071" y="2308581"/>
            <a:ext cx="678907" cy="678907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377440" y="1920240"/>
            <a:ext cx="914" cy="96012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 flipV="1">
            <a:off x="1439901" y="2308581"/>
            <a:ext cx="678907" cy="678907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1051560" y="3246120"/>
            <a:ext cx="960120" cy="914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1439901" y="3504751"/>
            <a:ext cx="678907" cy="678907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2377440" y="3611880"/>
            <a:ext cx="0" cy="96012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36071" y="3504751"/>
            <a:ext cx="678907" cy="678907"/>
          </a:xfrm>
          <a:prstGeom prst="line">
            <a:avLst/>
          </a:prstGeom>
          <a:noFill/>
          <a:ln w="25400">
            <a:solidFill>
              <a:srgbClr val="C9D3D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03120" y="297180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031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98E04"/>
                </a:solidFill>
              </a:rPr>
              <a:t>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B8C4"/>
                </a:solidFill>
              </a:rPr>
              <a:t>V = cte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2600" dirty="0"/>
          </a:p>
        </p:txBody>
      </p:sp>
      <p:sp>
        <p:nvSpPr>
          <p:cNvPr id="71" name="Text 69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électrostatiques</a:t>
            </a:r>
            <a:endParaRPr lang="en-US" sz="4000" dirty="0"/>
          </a:p>
        </p:txBody>
      </p:sp>
      <p:sp>
        <p:nvSpPr>
          <p:cNvPr id="72" name="Text 70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électrostatiques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le champ et le potentiel ; relier travail, potentiel et énergie potentielle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E et V pour une ou plusieurs charges ponctuelles et pour une distribution continue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E = − grad V ; définir l'angle solide et le flux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Énoncer et appliquer le théorème de Gauss ; écrire les équations de Poisson et de Laplace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loi de Coulomb, superposition, densités de charge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scalaire, gradient ; coordonnées sphériques et cylindriques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Dérivées partielles, intégrales, changements de variable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électrostatique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plusieurs charges ponctuelles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une distribution continue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solide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du champ et du potentiel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locale : équations de Poisson et de Laplace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électrostatique</a:t>
            </a:r>
            <a:endParaRPr lang="en-US" sz="2600" dirty="0"/>
          </a:p>
        </p:txBody>
      </p:sp>
      <p:pic>
        <p:nvPicPr>
          <p:cNvPr id="5" name="Image 0" descr="2.1 Le champ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Le champ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champ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Le champ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potentiel électrostatique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Le potentiel électrost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plusieurs charges ponctuelles</a:t>
            </a:r>
            <a:endParaRPr lang="en-US" sz="2000" dirty="0"/>
          </a:p>
        </p:txBody>
      </p:sp>
      <p:pic>
        <p:nvPicPr>
          <p:cNvPr id="5" name="Image 0" descr="2.3 Champ et potentiel créés par plusieurs charges ponct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plusieurs charges ponctuelles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2.3 Champ et potentiel créés par plusieurs charges ponct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créés par une distribution continue</a:t>
            </a:r>
            <a:endParaRPr lang="en-US" sz="2000" dirty="0"/>
          </a:p>
        </p:txBody>
      </p:sp>
      <p:pic>
        <p:nvPicPr>
          <p:cNvPr id="5" name="Image 0" descr="2.4 Champ et potentiel créés par une distribution contin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solide</a:t>
            </a:r>
            <a:endParaRPr lang="en-US" sz="2600" dirty="0"/>
          </a:p>
        </p:txBody>
      </p:sp>
      <p:pic>
        <p:nvPicPr>
          <p:cNvPr id="5" name="Image 0" descr="2.5 Angle so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solide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Angle so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solide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Angle so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endParaRPr lang="en-US" sz="2600" dirty="0"/>
          </a:p>
        </p:txBody>
      </p:sp>
      <p:pic>
        <p:nvPicPr>
          <p:cNvPr id="5" name="Image 0" descr="2.6 Flux du champ et théorème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Flux du champ et théorème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Flux du champ et théorème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du champ et théorème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Flux du champ et théorème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du champ et du potentiel</a:t>
            </a:r>
            <a:endParaRPr lang="en-US" sz="2600" dirty="0"/>
          </a:p>
        </p:txBody>
      </p:sp>
      <p:pic>
        <p:nvPicPr>
          <p:cNvPr id="5" name="Image 0" descr="2.7 Propriétés du champ et du pot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du champ et du potentiel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Propriétés du champ et du pot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du champ et du potentiel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Propriétés du champ et du pot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locale : équations de Poisson et de Laplace</a:t>
            </a:r>
            <a:endParaRPr lang="en-US" sz="2600" dirty="0"/>
          </a:p>
        </p:txBody>
      </p:sp>
      <p:pic>
        <p:nvPicPr>
          <p:cNvPr id="5" name="Image 0" descr="2.8 Forme locale : équations de Poisson et de La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locale : équations de Poisson et de Laplace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Forme locale : équations de Poisson et de La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locale : équations de Poisson et de Laplace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Forme locale : équations de Poisson et de La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2.9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2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et potentiel électrostatiques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Le dipôle électrostatique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Gauss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  <p:pic>
        <p:nvPicPr>
          <p:cNvPr id="26" name="sim_gaus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d'une charge ponctuelle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  <p:pic>
        <p:nvPicPr>
          <p:cNvPr id="26" name="sim_cham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Électricité — Chapitre 2 : Champ et potentiel électrostatiques</dc:title>
  <dc:subject>PptxGenJS Presentation</dc:subject>
  <dc:creator>Dr Papa Touty Traoré</dc:creator>
  <cp:lastModifiedBy>Dr Papa Touty Traoré</cp:lastModifiedBy>
  <cp:revision>1</cp:revision>
  <dcterms:created xsi:type="dcterms:W3CDTF">2026-10-14T22:31:59Z</dcterms:created>
  <dcterms:modified xsi:type="dcterms:W3CDTF">2026-10-14T22:31:59Z</dcterms:modified>
</cp:coreProperties>
</file>