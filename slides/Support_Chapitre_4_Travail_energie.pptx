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Physique I • Chapitre 4 — Travail et énergie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Physique I : Mécanique du point matériel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1097280" y="3474720"/>
            <a:ext cx="1920240" cy="731520"/>
          </a:xfrm>
          <a:prstGeom prst="line">
            <a:avLst/>
          </a:prstGeom>
          <a:noFill/>
          <a:ln w="381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1097280" y="2743200"/>
            <a:ext cx="594360" cy="1463040"/>
          </a:xfrm>
          <a:prstGeom prst="line">
            <a:avLst/>
          </a:prstGeom>
          <a:noFill/>
          <a:ln w="38100">
            <a:solidFill>
              <a:srgbClr val="7FB8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1097280" y="2057400"/>
            <a:ext cx="2514600" cy="214884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017520" y="2057400"/>
            <a:ext cx="594360" cy="1417320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1691640" y="2057400"/>
            <a:ext cx="1920240" cy="685800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4</a:t>
            </a:r>
            <a:endParaRPr lang="en-US" sz="2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et énergie</a:t>
            </a:r>
            <a:endParaRPr lang="en-US" sz="4000" dirty="0"/>
          </a:p>
        </p:txBody>
      </p:sp>
      <p:sp>
        <p:nvSpPr>
          <p:cNvPr id="62" name="Text 60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Exemples • Exercices corrigés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et énergie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Écrire le déplacement élémentaire et calculer le travail d'une force dans chaque système de coordonnées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une puissance ; appliquer le théorème de l'énergie cinétique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Reconnaître une force conservative et lui associer une énergie potentielle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la conservation de l'énergie mécanique ; lire un graphe Ep(x)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 : produit scalaire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Chapitres 2 et 3 : vitesse, Frenet, polaires, lois de Newton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Primitives et intégrales simples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Dérivées partielles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et outils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d'une force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du travail dans les différents systèmes de coordonnées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de quelques forces usuelles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51713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51713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37997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Puissance d'une force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530352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530352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16636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cinétique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mécanique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2764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Équilibre et stabilité : lecture d'un graphe d'énergie potentielle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792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764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2764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7920" y="4379976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451713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27648" y="451713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4.11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437997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7920" y="516636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27648" y="530352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27648" y="530352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4.12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516636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et outils</a:t>
            </a:r>
            <a:endParaRPr lang="en-US" sz="2600" dirty="0"/>
          </a:p>
        </p:txBody>
      </p:sp>
      <p:pic>
        <p:nvPicPr>
          <p:cNvPr id="5" name="Image 0" descr="4.1 Introduction et out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et outils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Introduction et out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et outils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Introduction et out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et outils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Introduction et out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et outils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Introduction et out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d'une force</a:t>
            </a:r>
            <a:endParaRPr lang="en-US" sz="2600" dirty="0"/>
          </a:p>
        </p:txBody>
      </p:sp>
      <p:pic>
        <p:nvPicPr>
          <p:cNvPr id="5" name="Image 0" descr="4.2 Travail d'une fo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d'une force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Travail d'une fo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d'une force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Travail d'une fo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du travail dans les différents systèmes de coordonnées</a:t>
            </a:r>
            <a:endParaRPr lang="en-US" sz="2000" dirty="0"/>
          </a:p>
        </p:txBody>
      </p:sp>
      <p:pic>
        <p:nvPicPr>
          <p:cNvPr id="5" name="Image 0" descr="4.3 Expression du travail dans les différents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du travail dans les différents systèmes de coordonnées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4.3 Expression du travail dans les différents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du travail dans les différents systèmes de coordonnées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4.3 Expression du travail dans les différents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de quelques forces usuelles</a:t>
            </a:r>
            <a:endParaRPr lang="en-US" sz="2600" dirty="0"/>
          </a:p>
        </p:txBody>
      </p:sp>
      <p:pic>
        <p:nvPicPr>
          <p:cNvPr id="5" name="Image 0" descr="4.4 Travail de quelques forces us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de quelques forces usuelles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4 Travail de quelques forces us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de quelques forces usuelles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4 Travail de quelques forces us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de quelques forces usuelles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4 Travail de quelques forces us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de quelques forces usuelles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4 Travail de quelques forces us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de quelques forces usuelles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4 Travail de quelques forces us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de quelques forces usuelles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4 Travail de quelques forces usu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Puissance d'une force</a:t>
            </a:r>
            <a:endParaRPr lang="en-US" sz="2600" dirty="0"/>
          </a:p>
        </p:txBody>
      </p:sp>
      <p:pic>
        <p:nvPicPr>
          <p:cNvPr id="5" name="Image 0" descr="4.5 Puissance d'une fo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Puissance d'une force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5 Puissance d'une fo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cinétique</a:t>
            </a:r>
            <a:endParaRPr lang="en-US" sz="2600" dirty="0"/>
          </a:p>
        </p:txBody>
      </p:sp>
      <p:pic>
        <p:nvPicPr>
          <p:cNvPr id="5" name="Image 0" descr="4.6 Énergie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cinétique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6 Énergie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cinétique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6 Énergie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cinétique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6 Énergie ciné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endParaRPr lang="en-US" sz="2600" dirty="0"/>
          </a:p>
        </p:txBody>
      </p:sp>
      <p:pic>
        <p:nvPicPr>
          <p:cNvPr id="5" name="Image 0" descr="4.7 Forces conservatives et 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7 Forces conservatives et 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7 Forces conservatives et 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7 Forces conservatives et 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7 Forces conservatives et 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7 Forces conservatives et 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7 Forces conservatives et 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conservatives et 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7 Forces conservatives et 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mécanique</a:t>
            </a:r>
            <a:endParaRPr lang="en-US" sz="2600" dirty="0"/>
          </a:p>
        </p:txBody>
      </p:sp>
      <p:pic>
        <p:nvPicPr>
          <p:cNvPr id="5" name="Image 0" descr="4.8 Énergie mécan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mécanique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8 Énergie mécan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mécanique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8 Énergie mécan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mécanique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8 Énergie mécan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mécanique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8 Énergie mécan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Équilibre et stabilité : lecture d'un graphe d'énergie potentielle</a:t>
            </a:r>
            <a:endParaRPr lang="en-US" sz="2000" dirty="0"/>
          </a:p>
        </p:txBody>
      </p:sp>
      <p:pic>
        <p:nvPicPr>
          <p:cNvPr id="5" name="Image 0" descr="4.9 Équilibre et stabilité : lecture d'un graphe d'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Équilibre et stabilité : lecture d'un graphe d'énergie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4.9 Équilibre et stabilité : lecture d'un graphe d'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Équilibre et stabilité : lecture d'un graphe d'énergie potentielle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000" dirty="0"/>
          </a:p>
        </p:txBody>
      </p:sp>
      <p:pic>
        <p:nvPicPr>
          <p:cNvPr id="5" name="Image 0" descr="4.9 Équilibre et stabilité : lecture d'un graphe d'énergie potenti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4.10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0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endParaRPr lang="en-US" sz="2600" dirty="0"/>
          </a:p>
        </p:txBody>
      </p:sp>
      <p:pic>
        <p:nvPicPr>
          <p:cNvPr id="5" name="Image 0" descr="4.11 Exercices d'entraîn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1 Exercices d'entraîn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endParaRPr lang="en-US" sz="2600" dirty="0"/>
          </a:p>
        </p:txBody>
      </p:sp>
      <p:pic>
        <p:nvPicPr>
          <p:cNvPr id="5" name="Image 0" descr="4.12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2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2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4</a:t>
            </a:r>
            <a:endParaRPr lang="en-US" sz="40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et énergie</a:t>
            </a:r>
            <a:endParaRPr lang="en-US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Physique I — Chapitre 4 : Travail et énergie</dc:title>
  <dc:subject>PptxGenJS Presentation</dc:subject>
  <dc:creator>Dr Papa Touty Traoré</dc:creator>
  <cp:lastModifiedBy>Dr Papa Touty Traoré</cp:lastModifiedBy>
  <cp:revision>1</cp:revision>
  <dcterms:created xsi:type="dcterms:W3CDTF">2026-10-10T18:58:42Z</dcterms:created>
  <dcterms:modified xsi:type="dcterms:W3CDTF">2026-10-10T18:58:42Z</dcterms:modified>
</cp:coreProperties>
</file>