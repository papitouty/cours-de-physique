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95" r:id="rId46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96" r:id="rId47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Physique I • Chapitre 1 — Calcul vectoriel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Physique I : Mécanique du point matériel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097280" y="3474720"/>
            <a:ext cx="1920240" cy="731520"/>
          </a:xfrm>
          <a:prstGeom prst="line">
            <a:avLst/>
          </a:prstGeom>
          <a:noFill/>
          <a:ln w="381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1097280" y="2743200"/>
            <a:ext cx="594360" cy="1463040"/>
          </a:xfrm>
          <a:prstGeom prst="line">
            <a:avLst/>
          </a:prstGeom>
          <a:noFill/>
          <a:ln w="38100">
            <a:solidFill>
              <a:srgbClr val="7FB8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097280" y="2057400"/>
            <a:ext cx="2514600" cy="2148840"/>
          </a:xfrm>
          <a:prstGeom prst="line">
            <a:avLst/>
          </a:prstGeom>
          <a:noFill/>
          <a:ln w="444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3017520" y="2057400"/>
            <a:ext cx="594360" cy="141732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1691640" y="2057400"/>
            <a:ext cx="1920240" cy="68580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0" y="29718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 vectoriel</a:t>
            </a:r>
            <a:endParaRPr lang="en-US" sz="4800" dirty="0"/>
          </a:p>
        </p:txBody>
      </p:sp>
      <p:sp>
        <p:nvSpPr>
          <p:cNvPr id="62" name="Text 60"/>
          <p:cNvSpPr txBox="1"/>
          <p:nvPr/>
        </p:nvSpPr>
        <p:spPr>
          <a:xfrm>
            <a:off x="4572000" y="38862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Exemples • Exercices corrigés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 vectoriel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Représenter un vecteur par ses composantes, son module et ses cosinus directeurs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sommes, différences, produits scalaire, vectoriel et mixte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Interpréter géométriquement ces opérations (angle, projection, aire, volume)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le moment d'un vecteur et dériver un vecteur par rapport au temps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Trigonométrie : cos, sin, cos² + sin² = 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Pythagore, triangle rectangle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Déterminants 2×2 et 3×3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 d'un produit de fonctions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43560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3560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32588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Grandeurs scalaires et vectorielles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122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22199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22199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12264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Caractéristiques d'un vecteur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300837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00837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98648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 et différence de vecteurs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9476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9476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68503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Composantes et cosinus directeurs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47141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58114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58114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471416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scalaire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25780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536752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36752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2578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132588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143560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143560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132588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mixte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21122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222199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222199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2112264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 d'un vecteur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289864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7648" y="300837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27648" y="300837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2898648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 d'un vecteur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17920" y="36850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379476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379476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368503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17920" y="447141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27648" y="458114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27648" y="458114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471416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525780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7648" y="536752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327648" y="536752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178040" y="52578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Grandeurs scalaires et vectorielles</a:t>
            </a:r>
            <a:endParaRPr lang="en-US" sz="2600" dirty="0"/>
          </a:p>
        </p:txBody>
      </p:sp>
      <p:pic>
        <p:nvPicPr>
          <p:cNvPr id="5" name="Image 0" descr="1.1 Grandeurs scalaires et vectori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Caractéristiques d'un vecteur</a:t>
            </a:r>
            <a:endParaRPr lang="en-US" sz="2600" dirty="0"/>
          </a:p>
        </p:txBody>
      </p:sp>
      <p:pic>
        <p:nvPicPr>
          <p:cNvPr id="5" name="Image 0" descr="1.2 Caractéristiques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Caractéristiques d'un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Caractéristiques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Caractéristiques d'un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Caractéristiques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Caractéristiques d'un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Caractéristiques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 et différence de vecteurs</a:t>
            </a:r>
            <a:endParaRPr lang="en-US" sz="2600" dirty="0"/>
          </a:p>
        </p:txBody>
      </p:sp>
      <p:pic>
        <p:nvPicPr>
          <p:cNvPr id="5" name="Image 0" descr="1.3 Somme et différence de v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 et différence de vecteurs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Somme et différence de v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 et différence de vecteurs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Somme et différence de v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 et différence de vecteurs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Somme et différence de v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Composantes et cosinus directeurs</a:t>
            </a:r>
            <a:endParaRPr lang="en-US" sz="2600" dirty="0"/>
          </a:p>
        </p:txBody>
      </p:sp>
      <p:pic>
        <p:nvPicPr>
          <p:cNvPr id="5" name="Image 0" descr="1.4 Composantes et cosinus dir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Composantes et cosinus directeurs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Composantes et cosinus dir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Composantes et cosinus directeurs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Composantes et cosinus dir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Composantes et cosinus directeurs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Composantes et cosinus dir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Composantes et cosinus directeurs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Composantes et cosinus direc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scalaire</a:t>
            </a:r>
            <a:endParaRPr lang="en-US" sz="2600" dirty="0"/>
          </a:p>
        </p:txBody>
      </p:sp>
      <p:pic>
        <p:nvPicPr>
          <p:cNvPr id="5" name="Image 0" descr="1.5 Produit scal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scalaire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5 Produit scal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scalaire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5 Produit scal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scalaire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5 Produit scal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</a:t>
            </a:r>
            <a:endParaRPr lang="en-US" sz="2600" dirty="0"/>
          </a:p>
        </p:txBody>
      </p:sp>
      <p:pic>
        <p:nvPicPr>
          <p:cNvPr id="5" name="Image 0" descr="1.6 Produit vector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Produit vector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Produit vector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Produit vector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Produit vector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mixte</a:t>
            </a:r>
            <a:endParaRPr lang="en-US" sz="2600" dirty="0"/>
          </a:p>
        </p:txBody>
      </p:sp>
      <p:pic>
        <p:nvPicPr>
          <p:cNvPr id="5" name="Image 0" descr="1.7 Produit mix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mixte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7 Produit mix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mixte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7 Produit mix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 d'un vecteur</a:t>
            </a:r>
            <a:endParaRPr lang="en-US" sz="2600" dirty="0"/>
          </a:p>
        </p:txBody>
      </p:sp>
      <p:pic>
        <p:nvPicPr>
          <p:cNvPr id="5" name="Image 0" descr="1.8 Moment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 d'un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8 Moment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 d'un vecteur</a:t>
            </a:r>
            <a:endParaRPr lang="en-US" sz="2600" dirty="0"/>
          </a:p>
        </p:txBody>
      </p:sp>
      <p:pic>
        <p:nvPicPr>
          <p:cNvPr id="5" name="Image 0" descr="1.9 Dérivée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 d'un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9 Dérivée d'un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1.10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2600" dirty="0"/>
          </a:p>
        </p:txBody>
      </p:sp>
      <p:pic>
        <p:nvPicPr>
          <p:cNvPr id="5" name="Image 0" descr="1.11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11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2600" dirty="0"/>
          </a:p>
        </p:txBody>
      </p:sp>
      <p:pic>
        <p:nvPicPr>
          <p:cNvPr id="5" name="Image 0" descr="1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1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 vectoriel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40233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 chapitre : Cinématique du point matériel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vectoriel — simulation 3D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  <p:pic>
        <p:nvPicPr>
          <p:cNvPr id="26" name="sim_v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 d'un vecteur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  <p:pic>
        <p:nvPicPr>
          <p:cNvPr id="26" name="sim_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Physique I — Chapitre 1 : Calcul vectoriel</dc:title>
  <dc:subject>PptxGenJS Presentation</dc:subject>
  <dc:creator>Dr Papa Touty Traoré</dc:creator>
  <cp:lastModifiedBy>Dr Papa Touty Traoré</cp:lastModifiedBy>
  <cp:revision>1</cp:revision>
  <dcterms:created xsi:type="dcterms:W3CDTF">2026-10-10T11:41:02Z</dcterms:created>
  <dcterms:modified xsi:type="dcterms:W3CDTF">2026-10-10T11:41:02Z</dcterms:modified>
</cp:coreProperties>
</file>