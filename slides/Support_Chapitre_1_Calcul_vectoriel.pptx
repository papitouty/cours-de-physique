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1 — Calcul vectoriel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48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Représenter un vecteur par ses composantes, son module et ses cosinus directeurs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sommes, différences, produits scalaire, vectoriel et mixte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Interpréter géométriquement ces opérations (angle, projection, aire, volume)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moment d'un vecteur et dériver un vecteur par rapport au temps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: cos, sin, cos² + sin² =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Pythagore, triangle rectangle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Déterminants 2×2 et 3×3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produit de fonctions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Grandeurs scalaires et vectorielles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Grandeurs scalaires et vectorielles</a:t>
            </a:r>
            <a:endParaRPr lang="en-US" sz="2600" dirty="0"/>
          </a:p>
        </p:txBody>
      </p:sp>
      <p:pic>
        <p:nvPicPr>
          <p:cNvPr id="5" name="Image 0" descr="1.1 Grandeurs scalaires et vector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endParaRPr lang="en-US" sz="2600" dirty="0"/>
          </a:p>
        </p:txBody>
      </p:sp>
      <p:pic>
        <p:nvPicPr>
          <p:cNvPr id="5" name="Image 0" descr="1.8 Moment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Moment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endParaRPr lang="en-US" sz="2600" dirty="0"/>
          </a:p>
        </p:txBody>
      </p:sp>
      <p:pic>
        <p:nvPicPr>
          <p:cNvPr id="5" name="Image 0" descr="1.9 Dérivée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9 Dérivée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1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1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Cinématique du point matériel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1 : Calcul vectoriel</dc:title>
  <dc:subject>PptxGenJS Presentation</dc:subject>
  <dc:creator>Dr Papa Touty Traoré</dc:creator>
  <cp:lastModifiedBy>Dr Papa Touty Traoré</cp:lastModifiedBy>
  <cp:revision>1</cp:revision>
  <dcterms:created xsi:type="dcterms:W3CDTF">2026-10-10T11:41:02Z</dcterms:created>
  <dcterms:modified xsi:type="dcterms:W3CDTF">2026-10-10T11:41:02Z</dcterms:modified>
</cp:coreProperties>
</file>