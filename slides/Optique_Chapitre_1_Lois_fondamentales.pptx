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Optique géométrique • Chapitre 1 — Lois fondamentales de l'optique géométrique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Optique géométrique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194560" cy="2103120"/>
          </a:xfrm>
          <a:prstGeom prst="triangl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" y="3063240"/>
            <a:ext cx="1783080" cy="45720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57400" y="3017520"/>
            <a:ext cx="1005840" cy="4572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017520"/>
            <a:ext cx="1143000" cy="45720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063240"/>
            <a:ext cx="1005840" cy="9144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72384"/>
            <a:ext cx="1143000" cy="713232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063240"/>
            <a:ext cx="1005840" cy="64008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127248"/>
            <a:ext cx="1143000" cy="950976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3063240"/>
            <a:ext cx="1005840" cy="118872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182112"/>
            <a:ext cx="1143000" cy="1188720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063240"/>
            <a:ext cx="1005840" cy="173736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236976"/>
            <a:ext cx="1143000" cy="1426464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063240"/>
            <a:ext cx="1005840" cy="228600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291840"/>
            <a:ext cx="1143000" cy="1682496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Lois fondamentales de l'optique géométrique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Lois fondamentales de l'optique géométrique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Situer l'optique géométrique et connaître son domaine de validité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Connaître la nature de la lumière, le spectre visible, λ₀ = c/ν et n = c/v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rayons, faisceaux, chemin optique ; énoncer le principe de Fermat et le retour inverse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Énoncer et démontrer les lois de Snell-Descartes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l'angle de réfraction limite et l'angle critique ; expliquer la fibre optique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Trigonométrie : sin, cos, tan, arcsin ; degrés et radians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x ≈ x pour x petit (en radians)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 et recherche d'un minimum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 : période, fréquence, longueur d'onde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 de l'optique géométrique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de la lumière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optique et principe de Fermat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1713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51713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799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de la lumière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: la fibre optique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 de l'optique géométrique</a:t>
            </a:r>
            <a:endParaRPr lang="en-US" sz="2600" dirty="0"/>
          </a:p>
        </p:txBody>
      </p:sp>
      <p:pic>
        <p:nvPicPr>
          <p:cNvPr id="5" name="Image 0" descr="1.1 Objet de l'optique géomét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 de l'optique géométrique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1 Objet de l'optique géomét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de la lumière</a:t>
            </a:r>
            <a:endParaRPr lang="en-US" sz="2600" dirty="0"/>
          </a:p>
        </p:txBody>
      </p:sp>
      <p:pic>
        <p:nvPicPr>
          <p:cNvPr id="5" name="Image 0" descr="1.2 Nature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Nature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Nature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optique et principe de Fermat</a:t>
            </a:r>
            <a:endParaRPr lang="en-US" sz="2600" dirty="0"/>
          </a:p>
        </p:txBody>
      </p:sp>
      <p:pic>
        <p:nvPicPr>
          <p:cNvPr id="5" name="Image 0" descr="1.4 Chemin optique et principe de Ferm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optique et principe de Fermat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hemin optique et principe de Ferm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optique et principe de Fermat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hemin optique et principe de Ferm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optique et principe de Fermat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hemin optique et principe de Ferm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endParaRPr lang="en-US" sz="2600" dirty="0"/>
          </a:p>
        </p:txBody>
      </p:sp>
      <p:pic>
        <p:nvPicPr>
          <p:cNvPr id="5" name="Image 0" descr="1.6 Conséquences des lois de la réf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Conséquences des lois de la réf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Conséquences des lois de la réf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Conséquences des lois de la réf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Conséquences des lois de la réf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de la lumière</a:t>
            </a:r>
            <a:endParaRPr lang="en-US" sz="2600" dirty="0"/>
          </a:p>
        </p:txBody>
      </p:sp>
      <p:pic>
        <p:nvPicPr>
          <p:cNvPr id="5" name="Image 0" descr="1.7 Dispers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: la fibre optique</a:t>
            </a:r>
            <a:endParaRPr lang="en-US" sz="2600" dirty="0"/>
          </a:p>
        </p:txBody>
      </p:sp>
      <p:pic>
        <p:nvPicPr>
          <p:cNvPr id="5" name="Image 0" descr="1.8 Application : la fibre op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: la fibre optique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8 Application : la fibre op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: la fibre optique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8 Application : la fibre op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1.9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Lois fondamentales de l'optique géométrique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Formation des images et systèmes plans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Optique géométrique — Chapitre 1 : Lois fondamentales de l'optique géométrique</dc:title>
  <dc:subject>PptxGenJS Presentation</dc:subject>
  <dc:creator>Dr Papa Touty Traoré</dc:creator>
  <cp:lastModifiedBy>Dr Papa Touty Traoré</cp:lastModifiedBy>
  <cp:revision>1</cp:revision>
  <dcterms:created xsi:type="dcterms:W3CDTF">2026-10-16T18:22:14Z</dcterms:created>
  <dcterms:modified xsi:type="dcterms:W3CDTF">2026-10-16T18:22:14Z</dcterms:modified>
</cp:coreProperties>
</file>