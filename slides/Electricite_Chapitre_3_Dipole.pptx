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90" r:id="rId41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9" r:id="rId40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• Chapitre 3 — Le dipôle électrostatique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Électricité : électrostatique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63040" y="2994660"/>
            <a:ext cx="1737360" cy="502920"/>
          </a:xfrm>
          <a:prstGeom prst="ellipse">
            <a:avLst/>
          </a:prstGeom>
          <a:ln w="15240">
            <a:solidFill>
              <a:srgbClr val="7FB8C4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788920"/>
            <a:ext cx="1737360" cy="914400"/>
          </a:xfrm>
          <a:prstGeom prst="ellipse">
            <a:avLst/>
          </a:prstGeom>
          <a:ln w="15240">
            <a:solidFill>
              <a:srgbClr val="7FB8C4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537460"/>
            <a:ext cx="1737360" cy="1417320"/>
          </a:xfrm>
          <a:prstGeom prst="ellipse">
            <a:avLst/>
          </a:prstGeom>
          <a:ln w="15240">
            <a:solidFill>
              <a:srgbClr val="7FB8C4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240280"/>
            <a:ext cx="1737360" cy="2011680"/>
          </a:xfrm>
          <a:prstGeom prst="ellipse">
            <a:avLst/>
          </a:prstGeom>
          <a:ln w="15240">
            <a:solidFill>
              <a:srgbClr val="7FB8C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2990088"/>
            <a:ext cx="512064" cy="512064"/>
          </a:xfrm>
          <a:prstGeom prst="ellipse">
            <a:avLst/>
          </a:prstGeom>
          <a:solidFill>
            <a:srgbClr val="4FB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07008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44368" y="2990088"/>
            <a:ext cx="512064" cy="512064"/>
          </a:xfrm>
          <a:prstGeom prst="ellipse">
            <a:avLst/>
          </a:prstGeom>
          <a:solidFill>
            <a:srgbClr val="D98E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44368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+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828800" y="4572000"/>
            <a:ext cx="1005840" cy="914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1488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2600" dirty="0"/>
          </a:p>
        </p:txBody>
      </p:sp>
      <p:sp>
        <p:nvSpPr>
          <p:cNvPr id="66" name="Text 64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dipôle électrostatique</a:t>
            </a:r>
            <a:endParaRPr lang="en-US" sz="4000" dirty="0"/>
          </a:p>
        </p:txBody>
      </p:sp>
      <p:sp>
        <p:nvSpPr>
          <p:cNvPr id="67" name="Text 65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dipôle électrostatique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un dipôle électrostatique et son moment dipolaire ; distinguer dipôle permanent et dipôle induit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le potentiel créé à grande distance par un dipôle et en déduire le champ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Connaître les positions principales de Gauss, les lignes de champ et les équipotentielles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Déterminer le couple, l'énergie potentielle et la force subis par un dipôle dans un champ extérieur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Chapitres 1 et 2 : loi de Coulomb, superposition, champ et potentiel d'une charge ponctuelle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− grad V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 scalaire et vectoriel, gradient en coordonnées polaires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limité : (1 + ε)ⁿ ≈ 1 + nε si |ε| ≪ 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principales de Gauss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champ et surfaces équipotentielles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Définitions</a:t>
            </a:r>
            <a:endParaRPr lang="en-US" sz="2600" dirty="0"/>
          </a:p>
        </p:txBody>
      </p:sp>
      <p:pic>
        <p:nvPicPr>
          <p:cNvPr id="5" name="Image 0" descr="3.1 Défin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Défin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Défin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endParaRPr lang="en-US" sz="2600" dirty="0"/>
          </a:p>
        </p:txBody>
      </p:sp>
      <p:pic>
        <p:nvPicPr>
          <p:cNvPr id="5" name="Image 0" descr="3.3 Champ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Champ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Champ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Champ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Champ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principales de Gauss</a:t>
            </a:r>
            <a:endParaRPr lang="en-US" sz="2600" dirty="0"/>
          </a:p>
        </p:txBody>
      </p:sp>
      <p:pic>
        <p:nvPicPr>
          <p:cNvPr id="5" name="Image 0" descr="3.4 Positions principales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principales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Positions principales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principales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Positions principales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principales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Positions principales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champ et surfaces équipotentielles</a:t>
            </a:r>
            <a:endParaRPr lang="en-US" sz="2600" dirty="0"/>
          </a:p>
        </p:txBody>
      </p:sp>
      <p:pic>
        <p:nvPicPr>
          <p:cNvPr id="5" name="Image 0" descr="3.5 Lignes de champ et surfaces équipotenti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champ et surfaces équipotentielles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5 Lignes de champ et surfaces équipotenti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3.7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3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dipôle électrostatique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Dipôle dans un champ uniforme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  <p:pic>
        <p:nvPicPr>
          <p:cNvPr id="26" name="sim_coup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champ du dipôle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  <p:pic>
        <p:nvPicPr>
          <p:cNvPr id="26" name="sim_dipo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Électricité — Chapitre 3 : Le dipôle électrostatique</dc:title>
  <dc:subject>PptxGenJS Presentation</dc:subject>
  <dc:creator>Dr Papa Touty Traoré</dc:creator>
  <cp:lastModifiedBy>Dr Papa Touty Traoré</cp:lastModifiedBy>
  <cp:revision>1</cp:revision>
  <dcterms:created xsi:type="dcterms:W3CDTF">2026-10-14T20:33:18Z</dcterms:created>
  <dcterms:modified xsi:type="dcterms:W3CDTF">2026-10-14T20:33:18Z</dcterms:modified>
</cp:coreProperties>
</file>